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A7C8FF"/>
                </a:solidFill>
              </a:defRPr>
            </a:pPr>
            <a:r>
              <a:t>Test PPTX</a:t>
            </a:r>
          </a:p>
          <a:p>
            <a:pPr algn="ctr">
              <a:defRPr sz="1600">
                <a:solidFill>
                  <a:srgbClr val="C3C6D1"/>
                </a:solidFill>
              </a:defRPr>
            </a:pPr>
            <a:r>
              <a:t>MRPL AI Workbench — Generated On-Premises</a:t>
            </a:r>
          </a:p>
          <a:p>
            <a:pPr algn="ctr">
              <a:defRPr sz="1200">
                <a:solidFill>
                  <a:srgbClr val="38DEBB"/>
                </a:solidFill>
              </a:defRPr>
            </a:pPr>
            <a:r>
              <a:t>CONFIDENTIAL — Zero External API Calls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7C8FF"/>
                </a:solidFill>
              </a:defRPr>
            </a:pPr>
            <a:r>
              <a:t>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Point 1</a:t>
            </a:r>
          </a:p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Point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7C8FF"/>
                </a:solidFill>
              </a:defRPr>
            </a:pPr>
            <a: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D6E3FF"/>
                </a:solidFill>
              </a:defRPr>
            </a:pPr>
            <a:r>
              <a:t>▸ Another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