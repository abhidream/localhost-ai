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A7C8FF"/>
                </a:solidFill>
              </a:defRPr>
            </a:pPr>
            <a:r>
              <a:t>MRPL Create A Presentation On Pressure Vessel Inspection Procedur</a:t>
            </a:r>
          </a:p>
          <a:p>
            <a:pPr algn="ctr">
              <a:defRPr sz="1600">
                <a:solidFill>
                  <a:srgbClr val="C3C6D1"/>
                </a:solidFill>
              </a:defRPr>
            </a:pPr>
            <a:r>
              <a:t>MRPL AI Workbench — Generated On-Premises</a:t>
            </a:r>
          </a:p>
          <a:p>
            <a:pPr algn="ctr">
              <a:defRPr sz="1200">
                <a:solidFill>
                  <a:srgbClr val="38DEBB"/>
                </a:solidFill>
              </a:defRPr>
            </a:pPr>
            <a:r>
              <a:t>CONFIDENTIAL — Zero External API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7C8FF"/>
                </a:solidFill>
              </a:defRPr>
            </a:pPr>
            <a:r>
              <a:t>Good day! I'd be glad to assist you with your request on pressure vessel inspection procedures. Here' extrinsically, I can provide you with a structured outline and key points that you might include in your presentation: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1. **Introduction to Pressure Vessels**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Definition and purpose of pressure vessels in industrial settings.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Importance of regular inspections for safety and compliance.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2. **Standards and Regulations**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Overview of relevant industry standards (e.g., ASME Boiler and Pressure Vessel Code).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Legal requirements for inspections and maintenance.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3. **Inspection Types**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Differentiation between external and internal inspections.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Description of visual examinations, ultrasonic testing, radiographic testing, and magnetic particle testing.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4. **Pre-Inspection Preparation**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Procedures for preparing the vessel for inspection.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Importance of documentation and historical data review.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5. **Inspection Protocols**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Step-by-step inspection process.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Safety measures for inspectors.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6. **Identifying Common Flaws**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Recognition of signs of wear, corrosion, and fatigue.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Case studies of common pressure vessel failures.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7. **Reporting and Documentation**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Proper documentation of findings.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Reporting procedures for critical issues.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8. **Maintenance and Repair**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Options for addressing identified issues.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Preventative maintenance strategies.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9. **Conclusion and Best Practices**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Summary of key inspection points.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Recommendations for best practices in pressure vessel inspection.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10. **Q&amp;A Session**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Open floor for questions and clarifications.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Please feel free to elaborate on any of these sections or request additional information specific to your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